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6" r:id="rId3"/>
    <p:sldId id="256" r:id="rId4"/>
    <p:sldId id="257" r:id="rId5"/>
    <p:sldId id="258" r:id="rId6"/>
    <p:sldId id="259" r:id="rId7"/>
    <p:sldId id="260" r:id="rId8"/>
    <p:sldId id="261" r:id="rId9"/>
    <p:sldId id="263" r:id="rId10"/>
    <p:sldId id="264" r:id="rId11"/>
    <p:sldId id="267" r:id="rId12"/>
    <p:sldId id="26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D83A12F-5618-43E5-8990-35EFF886683A}" v="7" dt="2026-06-22T19:21:01.0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5" d="100"/>
          <a:sy n="55" d="100"/>
        </p:scale>
        <p:origin x="109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hesh Kumar" userId="82ae9db5856ab0b8" providerId="LiveId" clId="{7411FD37-5C88-4877-9F71-0241811F791F}"/>
    <pc:docChg chg="undo custSel addSld delSld modSld sldOrd">
      <pc:chgData name="Mahesh Kumar" userId="82ae9db5856ab0b8" providerId="LiveId" clId="{7411FD37-5C88-4877-9F71-0241811F791F}" dt="2026-06-22T19:21:42.171" v="354" actId="1036"/>
      <pc:docMkLst>
        <pc:docMk/>
      </pc:docMkLst>
      <pc:sldChg chg="modSp mod">
        <pc:chgData name="Mahesh Kumar" userId="82ae9db5856ab0b8" providerId="LiveId" clId="{7411FD37-5C88-4877-9F71-0241811F791F}" dt="2026-06-22T19:10:39.577" v="48" actId="1036"/>
        <pc:sldMkLst>
          <pc:docMk/>
          <pc:sldMk cId="2524309579" sldId="262"/>
        </pc:sldMkLst>
        <pc:picChg chg="mod">
          <ac:chgData name="Mahesh Kumar" userId="82ae9db5856ab0b8" providerId="LiveId" clId="{7411FD37-5C88-4877-9F71-0241811F791F}" dt="2026-06-22T19:10:39.577" v="48" actId="1036"/>
          <ac:picMkLst>
            <pc:docMk/>
            <pc:sldMk cId="2524309579" sldId="262"/>
            <ac:picMk id="5" creationId="{290D9A36-57D8-6857-D07F-877DFBF6C4A2}"/>
          </ac:picMkLst>
        </pc:picChg>
      </pc:sldChg>
      <pc:sldChg chg="addSp modSp new mod">
        <pc:chgData name="Mahesh Kumar" userId="82ae9db5856ab0b8" providerId="LiveId" clId="{7411FD37-5C88-4877-9F71-0241811F791F}" dt="2026-06-22T19:04:07.432" v="3" actId="14100"/>
        <pc:sldMkLst>
          <pc:docMk/>
          <pc:sldMk cId="3941346810" sldId="263"/>
        </pc:sldMkLst>
        <pc:picChg chg="add mod">
          <ac:chgData name="Mahesh Kumar" userId="82ae9db5856ab0b8" providerId="LiveId" clId="{7411FD37-5C88-4877-9F71-0241811F791F}" dt="2026-06-22T19:04:07.432" v="3" actId="14100"/>
          <ac:picMkLst>
            <pc:docMk/>
            <pc:sldMk cId="3941346810" sldId="263"/>
            <ac:picMk id="5" creationId="{E622ED9B-BDC6-E596-160A-9C4FC484F743}"/>
          </ac:picMkLst>
        </pc:picChg>
      </pc:sldChg>
      <pc:sldChg chg="addSp modSp new mod">
        <pc:chgData name="Mahesh Kumar" userId="82ae9db5856ab0b8" providerId="LiveId" clId="{7411FD37-5C88-4877-9F71-0241811F791F}" dt="2026-06-22T19:06:24.592" v="6" actId="14100"/>
        <pc:sldMkLst>
          <pc:docMk/>
          <pc:sldMk cId="1209241601" sldId="264"/>
        </pc:sldMkLst>
        <pc:picChg chg="add mod">
          <ac:chgData name="Mahesh Kumar" userId="82ae9db5856ab0b8" providerId="LiveId" clId="{7411FD37-5C88-4877-9F71-0241811F791F}" dt="2026-06-22T19:06:24.592" v="6" actId="14100"/>
          <ac:picMkLst>
            <pc:docMk/>
            <pc:sldMk cId="1209241601" sldId="264"/>
            <ac:picMk id="5" creationId="{3C2375BA-0A4A-4C66-D792-53CC3C79D926}"/>
          </ac:picMkLst>
        </pc:picChg>
      </pc:sldChg>
      <pc:sldChg chg="modSp new del mod">
        <pc:chgData name="Mahesh Kumar" userId="82ae9db5856ab0b8" providerId="LiveId" clId="{7411FD37-5C88-4877-9F71-0241811F791F}" dt="2026-06-22T19:12:42.431" v="74" actId="2696"/>
        <pc:sldMkLst>
          <pc:docMk/>
          <pc:sldMk cId="639857577" sldId="265"/>
        </pc:sldMkLst>
        <pc:spChg chg="mod">
          <ac:chgData name="Mahesh Kumar" userId="82ae9db5856ab0b8" providerId="LiveId" clId="{7411FD37-5C88-4877-9F71-0241811F791F}" dt="2026-06-22T19:07:42.158" v="9" actId="27636"/>
          <ac:spMkLst>
            <pc:docMk/>
            <pc:sldMk cId="639857577" sldId="265"/>
            <ac:spMk id="3" creationId="{3E8B6DA5-649C-14C9-200B-27A5502C0493}"/>
          </ac:spMkLst>
        </pc:spChg>
      </pc:sldChg>
      <pc:sldChg chg="addSp delSp modSp add mod">
        <pc:chgData name="Mahesh Kumar" userId="82ae9db5856ab0b8" providerId="LiveId" clId="{7411FD37-5C88-4877-9F71-0241811F791F}" dt="2026-06-22T19:12:36.253" v="73" actId="113"/>
        <pc:sldMkLst>
          <pc:docMk/>
          <pc:sldMk cId="697234661" sldId="266"/>
        </pc:sldMkLst>
        <pc:spChg chg="del">
          <ac:chgData name="Mahesh Kumar" userId="82ae9db5856ab0b8" providerId="LiveId" clId="{7411FD37-5C88-4877-9F71-0241811F791F}" dt="2026-06-22T19:11:23.873" v="50" actId="478"/>
          <ac:spMkLst>
            <pc:docMk/>
            <pc:sldMk cId="697234661" sldId="266"/>
            <ac:spMk id="2" creationId="{50994A46-340E-D422-9912-109A4D0D3E69}"/>
          </ac:spMkLst>
        </pc:spChg>
        <pc:spChg chg="add mod">
          <ac:chgData name="Mahesh Kumar" userId="82ae9db5856ab0b8" providerId="LiveId" clId="{7411FD37-5C88-4877-9F71-0241811F791F}" dt="2026-06-22T19:12:25.626" v="71" actId="207"/>
          <ac:spMkLst>
            <pc:docMk/>
            <pc:sldMk cId="697234661" sldId="266"/>
            <ac:spMk id="4" creationId="{F8E0B998-2D68-0C2A-62D4-F8F70F1690CB}"/>
          </ac:spMkLst>
        </pc:spChg>
        <pc:spChg chg="add mod">
          <ac:chgData name="Mahesh Kumar" userId="82ae9db5856ab0b8" providerId="LiveId" clId="{7411FD37-5C88-4877-9F71-0241811F791F}" dt="2026-06-22T19:12:36.253" v="73" actId="113"/>
          <ac:spMkLst>
            <pc:docMk/>
            <pc:sldMk cId="697234661" sldId="266"/>
            <ac:spMk id="7" creationId="{1FF3E0F8-A43C-3FA3-D947-3E9DB0B8A634}"/>
          </ac:spMkLst>
        </pc:spChg>
        <pc:picChg chg="del">
          <ac:chgData name="Mahesh Kumar" userId="82ae9db5856ab0b8" providerId="LiveId" clId="{7411FD37-5C88-4877-9F71-0241811F791F}" dt="2026-06-22T19:11:29.732" v="51" actId="478"/>
          <ac:picMkLst>
            <pc:docMk/>
            <pc:sldMk cId="697234661" sldId="266"/>
            <ac:picMk id="5" creationId="{35CD5D9E-C37E-F7B5-9E36-3F1A9424FE58}"/>
          </ac:picMkLst>
        </pc:picChg>
      </pc:sldChg>
      <pc:sldChg chg="addSp delSp modSp new mod">
        <pc:chgData name="Mahesh Kumar" userId="82ae9db5856ab0b8" providerId="LiveId" clId="{7411FD37-5C88-4877-9F71-0241811F791F}" dt="2026-06-22T19:15:44.768" v="85" actId="14100"/>
        <pc:sldMkLst>
          <pc:docMk/>
          <pc:sldMk cId="1632326756" sldId="267"/>
        </pc:sldMkLst>
        <pc:spChg chg="mod">
          <ac:chgData name="Mahesh Kumar" userId="82ae9db5856ab0b8" providerId="LiveId" clId="{7411FD37-5C88-4877-9F71-0241811F791F}" dt="2026-06-22T19:14:49.337" v="80"/>
          <ac:spMkLst>
            <pc:docMk/>
            <pc:sldMk cId="1632326756" sldId="267"/>
            <ac:spMk id="2" creationId="{EB278EEF-0CEF-A217-6A20-75338340C339}"/>
          </ac:spMkLst>
        </pc:spChg>
        <pc:spChg chg="del">
          <ac:chgData name="Mahesh Kumar" userId="82ae9db5856ab0b8" providerId="LiveId" clId="{7411FD37-5C88-4877-9F71-0241811F791F}" dt="2026-06-22T19:15:27.979" v="83" actId="478"/>
          <ac:spMkLst>
            <pc:docMk/>
            <pc:sldMk cId="1632326756" sldId="267"/>
            <ac:spMk id="3" creationId="{6C543FD1-90D9-5BE4-549A-D08A34D9178E}"/>
          </ac:spMkLst>
        </pc:spChg>
        <pc:spChg chg="add mod">
          <ac:chgData name="Mahesh Kumar" userId="82ae9db5856ab0b8" providerId="LiveId" clId="{7411FD37-5C88-4877-9F71-0241811F791F}" dt="2026-06-22T19:15:44.768" v="85" actId="14100"/>
          <ac:spMkLst>
            <pc:docMk/>
            <pc:sldMk cId="1632326756" sldId="267"/>
            <ac:spMk id="5" creationId="{1F19A510-A499-3BCA-A353-DB8B759802E8}"/>
          </ac:spMkLst>
        </pc:spChg>
      </pc:sldChg>
      <pc:sldChg chg="delSp modSp new del mod">
        <pc:chgData name="Mahesh Kumar" userId="82ae9db5856ab0b8" providerId="LiveId" clId="{7411FD37-5C88-4877-9F71-0241811F791F}" dt="2026-06-22T19:20:39.333" v="262" actId="2696"/>
        <pc:sldMkLst>
          <pc:docMk/>
          <pc:sldMk cId="3312621934" sldId="268"/>
        </pc:sldMkLst>
        <pc:spChg chg="mod">
          <ac:chgData name="Mahesh Kumar" userId="82ae9db5856ab0b8" providerId="LiveId" clId="{7411FD37-5C88-4877-9F71-0241811F791F}" dt="2026-06-22T19:16:56.370" v="99" actId="122"/>
          <ac:spMkLst>
            <pc:docMk/>
            <pc:sldMk cId="3312621934" sldId="268"/>
            <ac:spMk id="2" creationId="{99D03A50-5FBA-1BA6-2686-FACB8ABE5C3C}"/>
          </ac:spMkLst>
        </pc:spChg>
        <pc:spChg chg="del">
          <ac:chgData name="Mahesh Kumar" userId="82ae9db5856ab0b8" providerId="LiveId" clId="{7411FD37-5C88-4877-9F71-0241811F791F}" dt="2026-06-22T19:17:01.880" v="100" actId="478"/>
          <ac:spMkLst>
            <pc:docMk/>
            <pc:sldMk cId="3312621934" sldId="268"/>
            <ac:spMk id="3" creationId="{FF3EACF0-0FC1-FF33-C3EE-8FAFE6709759}"/>
          </ac:spMkLst>
        </pc:spChg>
      </pc:sldChg>
      <pc:sldChg chg="addSp delSp modSp add mod ord">
        <pc:chgData name="Mahesh Kumar" userId="82ae9db5856ab0b8" providerId="LiveId" clId="{7411FD37-5C88-4877-9F71-0241811F791F}" dt="2026-06-22T19:21:42.171" v="354" actId="1036"/>
        <pc:sldMkLst>
          <pc:docMk/>
          <pc:sldMk cId="3547020978" sldId="269"/>
        </pc:sldMkLst>
        <pc:spChg chg="del">
          <ac:chgData name="Mahesh Kumar" userId="82ae9db5856ab0b8" providerId="LiveId" clId="{7411FD37-5C88-4877-9F71-0241811F791F}" dt="2026-06-22T19:17:46.432" v="112" actId="478"/>
          <ac:spMkLst>
            <pc:docMk/>
            <pc:sldMk cId="3547020978" sldId="269"/>
            <ac:spMk id="2" creationId="{4D566258-66FB-F613-3466-DDCF92C9D5D5}"/>
          </ac:spMkLst>
        </pc:spChg>
        <pc:spChg chg="add del mod">
          <ac:chgData name="Mahesh Kumar" userId="82ae9db5856ab0b8" providerId="LiveId" clId="{7411FD37-5C88-4877-9F71-0241811F791F}" dt="2026-06-22T19:19:34.592" v="149" actId="478"/>
          <ac:spMkLst>
            <pc:docMk/>
            <pc:sldMk cId="3547020978" sldId="269"/>
            <ac:spMk id="4" creationId="{C451F282-1366-24EA-37DA-ED8EA7F85EF3}"/>
          </ac:spMkLst>
        </pc:spChg>
        <pc:spChg chg="add del mod">
          <ac:chgData name="Mahesh Kumar" userId="82ae9db5856ab0b8" providerId="LiveId" clId="{7411FD37-5C88-4877-9F71-0241811F791F}" dt="2026-06-22T19:18:31.111" v="118" actId="478"/>
          <ac:spMkLst>
            <pc:docMk/>
            <pc:sldMk cId="3547020978" sldId="269"/>
            <ac:spMk id="6" creationId="{319A5A0D-9A40-32FB-3947-65A6D62479C0}"/>
          </ac:spMkLst>
        </pc:spChg>
        <pc:spChg chg="add del mod">
          <ac:chgData name="Mahesh Kumar" userId="82ae9db5856ab0b8" providerId="LiveId" clId="{7411FD37-5C88-4877-9F71-0241811F791F}" dt="2026-06-22T19:21:00.219" v="263" actId="478"/>
          <ac:spMkLst>
            <pc:docMk/>
            <pc:sldMk cId="3547020978" sldId="269"/>
            <ac:spMk id="8" creationId="{886782C1-E36E-31D6-1C7C-0195F23DE97F}"/>
          </ac:spMkLst>
        </pc:spChg>
        <pc:spChg chg="add del mod">
          <ac:chgData name="Mahesh Kumar" userId="82ae9db5856ab0b8" providerId="LiveId" clId="{7411FD37-5C88-4877-9F71-0241811F791F}" dt="2026-06-22T19:21:15.475" v="274" actId="478"/>
          <ac:spMkLst>
            <pc:docMk/>
            <pc:sldMk cId="3547020978" sldId="269"/>
            <ac:spMk id="10" creationId="{83FAEED3-F0B6-13AC-1032-8DBE19EE27A8}"/>
          </ac:spMkLst>
        </pc:spChg>
        <pc:spChg chg="add mod">
          <ac:chgData name="Mahesh Kumar" userId="82ae9db5856ab0b8" providerId="LiveId" clId="{7411FD37-5C88-4877-9F71-0241811F791F}" dt="2026-06-22T19:21:42.171" v="354" actId="1036"/>
          <ac:spMkLst>
            <pc:docMk/>
            <pc:sldMk cId="3547020978" sldId="269"/>
            <ac:spMk id="11" creationId="{72E98C6D-0948-5F79-BBCC-7175C78D5BA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3185A-46E6-DB37-513E-B1A6B09728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CD8E5A-530D-21C8-449C-38A797D516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BAE11D-65DC-B2A0-5E6E-06AE71824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3DC7-BB2A-4FC8-81CF-3647236ADDE3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408F28-D758-21F9-4288-1E60820F8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70E7E2-7003-71CA-7138-C3C30A726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16353-9B74-42AC-BFD7-03F82D6861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0145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DBDF5-1188-714B-297C-55440E243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F8F44C-5B01-0144-E46F-63BD1AFFFD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DEE3BD-199A-2B1E-EBD2-6DBA73444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3DC7-BB2A-4FC8-81CF-3647236ADDE3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90A175-8965-749F-0725-2A59976D4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D5826C-7810-95BF-8B02-D296940CB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16353-9B74-42AC-BFD7-03F82D6861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0283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93CA4-C51C-EC46-15CC-A092AFDFAC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493BAD-7C3A-E7AD-A4F0-1DD52785DF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F316B4-92E9-E678-8E27-F1156F80B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3DC7-BB2A-4FC8-81CF-3647236ADDE3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0D154A-76BB-B730-FC45-915382F93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D2C300-3B15-E2D6-B0B1-F067A54CE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16353-9B74-42AC-BFD7-03F82D6861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5074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6D9F8-499B-CF6F-3671-1E2600148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007542-2CD7-2286-AD58-4F572DC865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5E54BA-572A-F90C-BC3C-A534FAE0F8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8C7FF5-C80E-FD39-FCA5-56AA90655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3DC7-BB2A-4FC8-81CF-3647236ADDE3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65E779-A08F-F1B0-82D2-6608E4AB5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A3D08E-3926-5FD4-A4E8-741C47D08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16353-9B74-42AC-BFD7-03F82D6861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6557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DFA3C-A876-89AA-3746-6F573F88B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FA3FC6-48FF-295D-8EFA-AA1E0EC0EA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51E9E4-A980-C017-D98E-EF987D236C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4A501F-C709-65FF-8E6C-71120204AE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57ABD4-8B0F-3ECA-A4C3-ED33E0C088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BFB671-5147-BF59-747E-089D7E459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3DC7-BB2A-4FC8-81CF-3647236ADDE3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DF2813-427F-E348-35A5-2369C43B9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6D7426-D8D0-20E5-2AC1-03008BC49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16353-9B74-42AC-BFD7-03F82D6861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7215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3BA9D-51B9-CAC9-80A9-BCFEBB405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A0129F-215A-01F4-FA6C-247404B1F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3DC7-BB2A-4FC8-81CF-3647236ADDE3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1AB12A-5D8E-9C6F-90D0-684EBBF53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E31937-BA52-F3AD-6612-084450F7D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16353-9B74-42AC-BFD7-03F82D6861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70632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22CD07-6341-4ADA-38F4-EA730BE6C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3DC7-BB2A-4FC8-81CF-3647236ADDE3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A58B42-5F49-579C-275D-C8CBC222C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B71D88-AE5F-8109-EBF1-E2E61E8D1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16353-9B74-42AC-BFD7-03F82D6861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63300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A0A73-0FCC-E4C2-87BC-56CDB8A99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BC167-115F-93AB-AED8-C6F40E46E1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445D0E-5289-D55A-E613-35E851FBAE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C6F421-02EC-1DCA-22C6-6A3A591E1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3DC7-BB2A-4FC8-81CF-3647236ADDE3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D7E186-A716-53BB-03C0-27D2DFDB6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4C756D-71B6-0ACF-98CC-0E106F76D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16353-9B74-42AC-BFD7-03F82D6861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06937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E32B5-7997-C16C-EA86-2361CF93A3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815F948-61B7-F56F-F5ED-F4B961A6CD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F9DDC4-68DE-D9D5-0D94-696FC299CD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BBA85F-9E1E-BCEC-ABEF-37E902E06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3DC7-BB2A-4FC8-81CF-3647236ADDE3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42A165-AA01-F25F-B384-3FA46196F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8349D4-477C-EC0A-EB4F-64DCCDF9A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16353-9B74-42AC-BFD7-03F82D6861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60939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83E64-04C7-C258-7D3F-C98318DAB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42278A-3391-0366-1E88-54A9235EEF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FAEC3B-666B-02C6-14D0-584A53FE4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3DC7-BB2A-4FC8-81CF-3647236ADDE3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98AC12-1ABD-3C91-20BD-14E9D43BE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D0C808-120D-EB06-3694-344349715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16353-9B74-42AC-BFD7-03F82D6861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3593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E9C1C8-4276-5B84-BB54-977E4E90B3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18CAA1-EB71-123F-185C-44913E48F2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757002-4397-9ED1-7EDF-A1D9F81B4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63DC7-BB2A-4FC8-81CF-3647236ADDE3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C80648-9268-FCC9-2D09-5668D6F3A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0BCA93-4AD6-5C60-F37A-B610DBD36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F16353-9B74-42AC-BFD7-03F82D6861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14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DB9D51-C275-D97B-DACC-BAEA1B403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AC6C6D-47EA-41A0-0C47-3D3A46D6F7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47B5B9-29DD-DA10-E8D5-6E787FAF09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963DC7-BB2A-4FC8-81CF-3647236ADDE3}" type="datetimeFigureOut">
              <a:rPr lang="en-IN" smtClean="0"/>
              <a:t>23-06-2026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9DFA35-97A1-CBE8-4CC0-50DD438181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03FF64-FFC5-DFF1-18E6-877C5517C1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F16353-9B74-42AC-BFD7-03F82D6861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6112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3" name="Rectangle 62">
            <a:extLst>
              <a:ext uri="{FF2B5EF4-FFF2-40B4-BE49-F238E27FC236}">
                <a16:creationId xmlns:a16="http://schemas.microsoft.com/office/drawing/2014/main" id="{5AE9FC70-8A26-4CF2-8E04-EBDADB8B8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609CB703-C563-4F1F-BF28-83C06E978C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3D98A2-33F5-FD58-F1EF-84DD259BA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7000" y="169987"/>
            <a:ext cx="5833787" cy="227415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56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OLA Ride Insight</a:t>
            </a:r>
          </a:p>
        </p:txBody>
      </p:sp>
      <p:sp>
        <p:nvSpPr>
          <p:cNvPr id="67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29041" y="2597379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90D9A36-57D8-6857-D07F-877DFBF6C4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8391" y="1124337"/>
            <a:ext cx="3217333" cy="3217333"/>
          </a:xfrm>
          <a:prstGeom prst="rect">
            <a:avLst/>
          </a:prstGeom>
        </p:spPr>
      </p:pic>
      <p:sp>
        <p:nvSpPr>
          <p:cNvPr id="71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7821" y="2826674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73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9869" y="610939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4309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1E6037-CA36-F72E-705A-6913D6D89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3" name="Rectangle 62">
            <a:extLst>
              <a:ext uri="{FF2B5EF4-FFF2-40B4-BE49-F238E27FC236}">
                <a16:creationId xmlns:a16="http://schemas.microsoft.com/office/drawing/2014/main" id="{42E29BEA-F0E0-4E99-BCC0-FBD6B2B77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7E364E6-A9DF-FD7E-E378-D9C699AA4E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67" name="Graphic 13">
            <a:extLst>
              <a:ext uri="{FF2B5EF4-FFF2-40B4-BE49-F238E27FC236}">
                <a16:creationId xmlns:a16="http://schemas.microsoft.com/office/drawing/2014/main" id="{282B6A75-CB61-D8EC-D20C-3306D5D2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29041" y="2597379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064CF660-D39A-38EF-97EF-9598E260A4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Graphic 12">
            <a:extLst>
              <a:ext uri="{FF2B5EF4-FFF2-40B4-BE49-F238E27FC236}">
                <a16:creationId xmlns:a16="http://schemas.microsoft.com/office/drawing/2014/main" id="{6849CA0B-B25E-4B7A-D3B6-8C2D1A64C4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7821" y="2826674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73" name="Graphic 15">
            <a:extLst>
              <a:ext uri="{FF2B5EF4-FFF2-40B4-BE49-F238E27FC236}">
                <a16:creationId xmlns:a16="http://schemas.microsoft.com/office/drawing/2014/main" id="{5A7820B9-B2E6-10DB-1959-E5062E907C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9869" y="610939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E0B998-2D68-0C2A-62D4-F8F70F1690CB}"/>
              </a:ext>
            </a:extLst>
          </p:cNvPr>
          <p:cNvSpPr txBox="1"/>
          <p:nvPr/>
        </p:nvSpPr>
        <p:spPr>
          <a:xfrm>
            <a:off x="1064875" y="1730234"/>
            <a:ext cx="961873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This project is an end-to-end </a:t>
            </a:r>
            <a:r>
              <a:rPr lang="en-US" sz="2400" b="1" dirty="0">
                <a:solidFill>
                  <a:schemeClr val="bg1"/>
                </a:solidFill>
              </a:rPr>
              <a:t>OLA Ride Analytics Platform</a:t>
            </a:r>
            <a:r>
              <a:rPr lang="en-US" sz="2400" dirty="0">
                <a:solidFill>
                  <a:schemeClr val="bg1"/>
                </a:solidFill>
              </a:rPr>
              <a:t> built using </a:t>
            </a:r>
            <a:r>
              <a:rPr lang="en-US" sz="2400" b="1" dirty="0">
                <a:solidFill>
                  <a:schemeClr val="bg1"/>
                </a:solidFill>
              </a:rPr>
              <a:t>SQL, Power BI, Python, and </a:t>
            </a:r>
            <a:r>
              <a:rPr lang="en-US" sz="2400" b="1" dirty="0" err="1">
                <a:solidFill>
                  <a:schemeClr val="bg1"/>
                </a:solidFill>
              </a:rPr>
              <a:t>Streamlit</a:t>
            </a:r>
            <a:r>
              <a:rPr lang="en-US" sz="2400" dirty="0">
                <a:solidFill>
                  <a:schemeClr val="bg1"/>
                </a:solidFill>
              </a:rPr>
              <a:t>.</a:t>
            </a:r>
          </a:p>
          <a:p>
            <a:r>
              <a:rPr lang="en-US" sz="2400" dirty="0">
                <a:solidFill>
                  <a:schemeClr val="bg1"/>
                </a:solidFill>
              </a:rPr>
              <a:t>The project analyzes ride booking data to generate business insights related to: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Ride performance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Customer behavior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Vehicle performance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Revenue analysis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Cancellation patterns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Driver and customer ratings</a:t>
            </a:r>
          </a:p>
          <a:p>
            <a:br>
              <a:rPr lang="en-US" sz="2400" dirty="0">
                <a:solidFill>
                  <a:schemeClr val="bg1"/>
                </a:solidFill>
              </a:rPr>
            </a:br>
            <a:endParaRPr lang="en-IN" sz="2400" dirty="0">
              <a:solidFill>
                <a:schemeClr val="bg1"/>
              </a:solidFill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FF3E0F8-A43C-3FA3-D947-3E9DB0B8A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Project Overview</a:t>
            </a:r>
            <a:endParaRPr lang="en-IN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72346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62C12-BB5F-0382-9522-4B37E6424BD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29733F-8B21-AF1B-666B-C87291A2D25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EE0926-90C4-9662-DD97-49DCBEBD4A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111" y="1053978"/>
            <a:ext cx="10255777" cy="4750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3835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0254E-4C14-5B45-2A9C-88B2BEC1D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B6C868-AEE7-1C72-5797-F7DB9D0DB6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D32E00-746C-6C81-7369-E08B5BD269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031" y="365125"/>
            <a:ext cx="10439937" cy="5811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2226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BC81F-234D-C4F6-5E17-39648055C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9115D8-0B37-78F3-6F6E-F1EE8762BD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BD17C5-0457-176F-E8AA-621918089C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200416"/>
            <a:ext cx="10610589" cy="6292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3214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5EAE9-779E-975F-2EEE-A83AFF394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7C66BF-92C8-94B8-C438-085CD89FD4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F93006-A192-F73A-E9E8-C520596226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302" y="225468"/>
            <a:ext cx="11401698" cy="6062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0783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7DA43-D779-39C1-0D7D-BF869743A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D7805A-44B1-8C9F-DFF6-A80AA75DCA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EB4F98-5198-5E47-594B-493735F81C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280" y="365125"/>
            <a:ext cx="11347720" cy="5811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5344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B4800-0688-3D64-FD47-B97418169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FD64D0-040F-65F8-69FC-BE5C21F0BB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F162F9-A33C-7CAD-730C-7104017340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1" y="250521"/>
            <a:ext cx="10723322" cy="5926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55599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10367-B68A-D076-71F8-843F105D5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BFBF93-DDB1-D0E6-56D8-FED6CF1C5E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22ED9B-BDC6-E596-160A-9C4FC484F7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496" y="365125"/>
            <a:ext cx="11837008" cy="5811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13468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B0A7C-968A-B553-3C9A-83265ECFB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F8D185-24F9-6365-1D09-8578B51B8E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2375BA-0A4A-4C66-D792-53CC3C79D9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174" y="365125"/>
            <a:ext cx="11703651" cy="5816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92416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78EEF-0CEF-A217-6A20-75338340C339}"/>
              </a:ext>
            </a:extLst>
          </p:cNvPr>
          <p:cNvSpPr>
            <a:spLocks noGrp="1"/>
          </p:cNvSpPr>
          <p:nvPr>
            <p:ph type="title"/>
          </p:nvPr>
        </p:nvSpPr>
        <p:spPr/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r>
              <a:rPr lang="en-IN" dirty="0">
                <a:solidFill>
                  <a:srgbClr val="1F2328"/>
                </a:solidFill>
                <a:latin typeface="Monaspace Neon"/>
              </a:rPr>
              <a:t>Project Outcome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19A510-A499-3BCA-A353-DB8B759802E8}"/>
              </a:ext>
            </a:extLst>
          </p:cNvPr>
          <p:cNvSpPr txBox="1"/>
          <p:nvPr/>
        </p:nvSpPr>
        <p:spPr>
          <a:xfrm>
            <a:off x="838200" y="954292"/>
            <a:ext cx="8302906" cy="5447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0">
              <a:spcAft>
                <a:spcPts val="1200"/>
              </a:spcAft>
              <a:buNone/>
            </a:pPr>
            <a:endParaRPr lang="en-IN" sz="2000" b="0" i="0" dirty="0">
              <a:solidFill>
                <a:srgbClr val="1F2328"/>
              </a:solidFill>
              <a:effectLst/>
              <a:latin typeface="Monaspace Neon"/>
            </a:endParaRPr>
          </a:p>
          <a:p>
            <a:pPr algn="l" latinLnBrk="0">
              <a:spcAft>
                <a:spcPts val="1200"/>
              </a:spcAft>
              <a:buNone/>
            </a:pPr>
            <a:endParaRPr lang="en-IN" sz="2000" b="0" i="0" dirty="0">
              <a:solidFill>
                <a:srgbClr val="1F2328"/>
              </a:solidFill>
              <a:effectLst/>
              <a:latin typeface="Monaspace Neon"/>
            </a:endParaRPr>
          </a:p>
          <a:p>
            <a:pPr algn="l" latinLnBrk="0">
              <a:spcAft>
                <a:spcPts val="1200"/>
              </a:spcAft>
              <a:buNone/>
            </a:pPr>
            <a:r>
              <a:rPr lang="en-IN" sz="2800" b="0" i="0" dirty="0">
                <a:solidFill>
                  <a:srgbClr val="1F2328"/>
                </a:solidFill>
                <a:effectLst/>
                <a:latin typeface="Monaspace Neon"/>
              </a:rPr>
              <a:t>This project demonstrates:</a:t>
            </a:r>
          </a:p>
          <a:p>
            <a:pPr algn="l" latinLnBrk="0">
              <a:spcAft>
                <a:spcPts val="1200"/>
              </a:spcAft>
              <a:buNone/>
            </a:pPr>
            <a:endParaRPr lang="en-IN" sz="2000" b="0" i="0" dirty="0">
              <a:solidFill>
                <a:srgbClr val="1F2328"/>
              </a:solidFill>
              <a:effectLst/>
              <a:latin typeface="Monaspace Neon"/>
            </a:endParaRPr>
          </a:p>
          <a:p>
            <a:pPr algn="l" latinLnBrk="0">
              <a:spcAft>
                <a:spcPts val="1200"/>
              </a:spcAft>
              <a:buNone/>
            </a:pPr>
            <a:r>
              <a:rPr lang="en-IN" sz="2000" b="0" i="0" dirty="0">
                <a:solidFill>
                  <a:srgbClr val="1F2328"/>
                </a:solidFill>
                <a:effectLst/>
                <a:latin typeface="Monaspace Neon"/>
              </a:rPr>
              <a:t>✅ Data extraction and analysis using SQL</a:t>
            </a:r>
          </a:p>
          <a:p>
            <a:pPr algn="l" latinLnBrk="0">
              <a:spcAft>
                <a:spcPts val="1200"/>
              </a:spcAft>
              <a:buNone/>
            </a:pPr>
            <a:r>
              <a:rPr lang="en-IN" sz="2000" b="0" i="0" dirty="0">
                <a:solidFill>
                  <a:srgbClr val="1F2328"/>
                </a:solidFill>
                <a:effectLst/>
                <a:latin typeface="Monaspace Neon"/>
              </a:rPr>
              <a:t>✅ Database connectivity using Python</a:t>
            </a:r>
          </a:p>
          <a:p>
            <a:pPr algn="l" latinLnBrk="0">
              <a:spcAft>
                <a:spcPts val="1200"/>
              </a:spcAft>
              <a:buNone/>
            </a:pPr>
            <a:r>
              <a:rPr lang="en-IN" sz="2000" b="0" i="0" dirty="0">
                <a:solidFill>
                  <a:srgbClr val="1F2328"/>
                </a:solidFill>
                <a:effectLst/>
                <a:latin typeface="Monaspace Neon"/>
              </a:rPr>
              <a:t>✅ Interactive analytics using </a:t>
            </a:r>
            <a:r>
              <a:rPr lang="en-IN" sz="2000" b="0" i="0" dirty="0" err="1">
                <a:solidFill>
                  <a:srgbClr val="1F2328"/>
                </a:solidFill>
                <a:effectLst/>
                <a:latin typeface="Monaspace Neon"/>
              </a:rPr>
              <a:t>Streamlit</a:t>
            </a:r>
            <a:endParaRPr lang="en-IN" sz="2000" b="0" i="0" dirty="0">
              <a:solidFill>
                <a:srgbClr val="1F2328"/>
              </a:solidFill>
              <a:effectLst/>
              <a:latin typeface="Monaspace Neon"/>
            </a:endParaRPr>
          </a:p>
          <a:p>
            <a:pPr algn="l" latinLnBrk="0">
              <a:spcAft>
                <a:spcPts val="1200"/>
              </a:spcAft>
              <a:buNone/>
            </a:pPr>
            <a:r>
              <a:rPr lang="en-IN" sz="2000" b="0" i="0" dirty="0">
                <a:solidFill>
                  <a:srgbClr val="1F2328"/>
                </a:solidFill>
                <a:effectLst/>
                <a:latin typeface="Monaspace Neon"/>
              </a:rPr>
              <a:t>✅ Business dashboard creation using Power BI</a:t>
            </a:r>
          </a:p>
          <a:p>
            <a:pPr algn="l" latinLnBrk="0">
              <a:spcAft>
                <a:spcPts val="1200"/>
              </a:spcAft>
              <a:buNone/>
            </a:pPr>
            <a:r>
              <a:rPr lang="en-IN" sz="2000" b="0" i="0" dirty="0">
                <a:solidFill>
                  <a:srgbClr val="1F2328"/>
                </a:solidFill>
                <a:effectLst/>
                <a:latin typeface="Monaspace Neon"/>
              </a:rPr>
              <a:t>✅ KPI creation using DAX</a:t>
            </a:r>
          </a:p>
          <a:p>
            <a:pPr algn="l" latinLnBrk="0">
              <a:spcAft>
                <a:spcPts val="1200"/>
              </a:spcAft>
              <a:buNone/>
            </a:pPr>
            <a:r>
              <a:rPr lang="en-IN" sz="2000" b="0" i="0" dirty="0">
                <a:solidFill>
                  <a:srgbClr val="1F2328"/>
                </a:solidFill>
                <a:effectLst/>
                <a:latin typeface="Monaspace Neon"/>
              </a:rPr>
              <a:t>✅ Customer, revenue, and operational insights generation</a:t>
            </a:r>
          </a:p>
          <a:p>
            <a:pPr>
              <a:buNone/>
            </a:pPr>
            <a:br>
              <a:rPr lang="en-IN" sz="2000" dirty="0"/>
            </a:b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6323267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21B9B4-1389-3120-9D84-2F22B32CC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3" name="Rectangle 62">
            <a:extLst>
              <a:ext uri="{FF2B5EF4-FFF2-40B4-BE49-F238E27FC236}">
                <a16:creationId xmlns:a16="http://schemas.microsoft.com/office/drawing/2014/main" id="{69C60B67-075A-EAC1-9DFD-E5AFFE196D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E1F041D2-E988-57F6-3806-BB1F9D6FEF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67" name="Graphic 13">
            <a:extLst>
              <a:ext uri="{FF2B5EF4-FFF2-40B4-BE49-F238E27FC236}">
                <a16:creationId xmlns:a16="http://schemas.microsoft.com/office/drawing/2014/main" id="{86016212-2FD1-14A2-0154-40C3A7583D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29041" y="2597379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72DAA695-D603-52D6-537F-5544A545A3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75D1F39-18C4-31AC-0A0B-3383C35477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8391" y="1124337"/>
            <a:ext cx="3217333" cy="3217333"/>
          </a:xfrm>
          <a:prstGeom prst="rect">
            <a:avLst/>
          </a:prstGeom>
        </p:spPr>
      </p:pic>
      <p:sp>
        <p:nvSpPr>
          <p:cNvPr id="71" name="Graphic 12">
            <a:extLst>
              <a:ext uri="{FF2B5EF4-FFF2-40B4-BE49-F238E27FC236}">
                <a16:creationId xmlns:a16="http://schemas.microsoft.com/office/drawing/2014/main" id="{88568B9F-F957-D0E2-4A62-04695629A0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7821" y="2826674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73" name="Graphic 15">
            <a:extLst>
              <a:ext uri="{FF2B5EF4-FFF2-40B4-BE49-F238E27FC236}">
                <a16:creationId xmlns:a16="http://schemas.microsoft.com/office/drawing/2014/main" id="{471EC9CD-5427-7329-BCDC-C04AD6DA5F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9869" y="610939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2E98C6D-0948-5F79-BBCC-7175C78D5BA5}"/>
              </a:ext>
            </a:extLst>
          </p:cNvPr>
          <p:cNvSpPr txBox="1">
            <a:spLocks/>
          </p:cNvSpPr>
          <p:nvPr/>
        </p:nvSpPr>
        <p:spPr>
          <a:xfrm>
            <a:off x="3303912" y="1362897"/>
            <a:ext cx="5816939" cy="195497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5600" b="1" dirty="0">
                <a:solidFill>
                  <a:srgbClr val="FFFFFF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5470209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101</Words>
  <Application>Microsoft Office PowerPoint</Application>
  <PresentationFormat>Widescreen</PresentationFormat>
  <Paragraphs>24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Monaspace Neon</vt:lpstr>
      <vt:lpstr>Office Theme</vt:lpstr>
      <vt:lpstr>OLA Ride Insight</vt:lpstr>
      <vt:lpstr>Project Overview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Project Outcome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Mahesh Kumar</dc:creator>
  <cp:lastModifiedBy>Mahesh Kumar</cp:lastModifiedBy>
  <cp:revision>1</cp:revision>
  <dcterms:created xsi:type="dcterms:W3CDTF">2026-06-22T18:42:45Z</dcterms:created>
  <dcterms:modified xsi:type="dcterms:W3CDTF">2026-06-22T19:21:45Z</dcterms:modified>
</cp:coreProperties>
</file>